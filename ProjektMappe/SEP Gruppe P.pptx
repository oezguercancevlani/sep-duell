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6" r:id="rId7"/>
    <p:sldId id="265" r:id="rId8"/>
    <p:sldId id="261" r:id="rId9"/>
    <p:sldId id="268" r:id="rId10"/>
    <p:sldId id="267" r:id="rId11"/>
    <p:sldId id="259" r:id="rId12"/>
    <p:sldId id="263" r:id="rId13"/>
    <p:sldId id="260" r:id="rId14"/>
    <p:sldId id="264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C8AABD-DE91-C27E-2343-8E6C5E9AB3F9}" v="20" dt="2024-07-15T18:32:29.825"/>
    <p1510:client id="{16C0513C-B175-22BD-54ED-887EA1E2FE6D}" v="43" dt="2024-07-16T10:08:54.085"/>
    <p1510:client id="{2933AF6C-477B-4B71-B46A-8B7C7918B666}" v="6" dt="2024-07-15T11:12:51.267"/>
    <p1510:client id="{329FE3AF-6EBF-C6AB-93A3-E94C1D1E0C4F}" v="3" dt="2024-07-16T15:28:31.220"/>
    <p1510:client id="{4A81D353-BAAD-DD91-EED5-BAA3156EA908}" v="36" dt="2024-07-16T10:56:01.090"/>
    <p1510:client id="{8F3DAA25-B70D-B8C2-4CCC-F1F32E5A2E59}" v="1" dt="2024-07-16T11:43:35.864"/>
    <p1510:client id="{ADC2E378-F94C-6FB4-AF90-12D076C44F22}" v="10" dt="2024-07-16T10:10:42.342"/>
    <p1510:client id="{B26A3CD1-62D8-B5AB-F1A8-0756AB54CC91}" v="14" dt="2024-07-16T10:31:01.550"/>
    <p1510:client id="{E916F568-CC8E-FFBD-AA5D-6590157EFD70}" v="2" dt="2024-07-16T10:07:01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71084D-C1CE-3A00-A3C8-C7047DD571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52EF4F3-DB8F-0A79-7E16-D2AD7E52B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EF091A-41B1-00FF-3465-E2CF0A6EE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D9120E-EBE8-F4BC-A028-670889DAA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A01928-E406-4A15-CC0E-B377CBC5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997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32D2CF-37A4-A4FE-F739-0AB2B8AF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BCE65B8-0C91-07AA-E54A-33966C048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B28190-868E-E8A3-FA34-747E4A027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6D12B3-4239-1D53-D2CD-35479A80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D06CD1-49D9-14D1-7CC7-9C080FEF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5799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E4E2C0-D1FC-2149-484C-9C1766DB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4C50A7-BF2C-15A5-D328-E4E20168B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3DA985-38BB-F72F-9453-EBBC3B44F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0DF5A4-C23C-679F-057A-13EAA7F5D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674DFB1-CC64-ECFC-5846-831B6125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91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DD2A0F-6197-4E61-48E1-D5DDD97E7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BD4402-8F56-4A0E-8D53-5D50054F0E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156BDA-533A-3891-5396-431728FB0C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2A7E2E-025D-ACB2-4B69-7FA10F86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916334-9325-98E1-AAB1-9F035B31F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6A667B-956E-E4D3-A7CC-0B05E8BB1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4871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7170BF-104D-6FA7-D68A-C220753F6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147349-F9DB-BA21-1601-8AD749EC9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FAC3551-02D0-5204-656B-8573A95F50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7BC0E31-9BDF-8DAC-0F11-78B421E4DD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E6D13F6-79FB-DB4B-D763-77D547B431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0DE467F-2C4D-A3E5-6358-0374079AF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0EA34C6-E278-EA9A-EDEB-A79F008BC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658E8F-6F67-6B1E-F517-03DCA51F9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114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08EEB0-7307-A9A9-6F4A-B16B15FC1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A7155BA-09C5-320D-8529-3BC79CDE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F4BB5-6E57-3743-1979-D52EBFB36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7A7C5D0-F098-A55A-2C73-F3CD1164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2287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C26891-ED97-6A2B-68AF-E5A11677B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2B9DEF-4C04-EC1D-5DF9-2E08A028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2E3DBC-16A2-4FE8-1DB2-6DBD668EB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024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BDECD0-2242-2519-3666-4C2E17EBF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2E3B720-673A-5225-F15B-BB33B09B2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6146AD-3DB5-9CF7-BA4D-879B00EFF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6DA028-D7E4-0107-2268-B04B0A18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2D41384-28F9-9C33-11EE-B4B439AE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B43C47B-12C2-BA21-52EA-6DD971007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66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41B193-6F2E-DBFA-5F87-03F7B4A62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77D3B14-494E-FD1E-D46B-0B63CBC83A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7CD2F4-6FBB-DFB9-E434-9E83F6E85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DB54909-ADDD-5B89-DDE2-1A1A50C5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D060274-23F7-4414-AAFA-5D3A25D94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6767CC2-E540-63B2-CC4A-FAA842FC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937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2DC4EF-02AD-5303-ED08-BB826DAF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DB57A14-9A93-DE77-2953-10FEA6F24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8E0D6C-10AB-4747-2958-BD03AC7B1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6EBCAE-5A9C-86AE-2824-CF19C04F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4FAC4B-2336-636F-D1BD-CE4C2208F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019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28782F5-7087-A15E-DF2C-C9A1C75524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5456080-2C27-7D13-11AF-48735CF9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EBB68E-8815-7D82-CB77-2C0D07B4D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9AC467-D76B-8B06-8727-95662A7CD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FF4BE5-0C6A-59D0-48A4-24AF3C6C6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804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407DFFA-58B9-99FA-AE44-7FF30ACC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F847045-876F-403B-7A7A-4C8E493A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C626CF-B3AC-1C31-0F0B-FF8EF982DB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F035CF-4239-4162-99F6-E9F349BD4463}" type="datetimeFigureOut">
              <a:rPr lang="de-DE" smtClean="0"/>
              <a:t>16.07.2024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1741D1-D711-33E5-4DEC-3336E3839B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C52E81-04D7-F570-2E36-A27153D18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AFE5E-3EF1-4D61-940C-08247D175CE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4115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538A4F-7398-E6C5-76A7-D243DF2F9D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SEP Gruppe P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67FA01-FFAE-D5E9-11AB-F44F556642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93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C90E0D-3312-8A5D-6760-303074C8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User Stories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3D8CCB7-D309-679F-46AB-ADE32FCA5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6" y="2423971"/>
            <a:ext cx="6115904" cy="20100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6CC78B7-91B3-24F0-A9D8-58C36459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044" y="2161997"/>
            <a:ext cx="5953956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53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0301BA-BBB1-3CAC-616D-06129E39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6"/>
            <a:ext cx="10515600" cy="1512468"/>
          </a:xfrm>
        </p:spPr>
        <p:txBody>
          <a:bodyPr/>
          <a:lstStyle/>
          <a:p>
            <a:r>
              <a:rPr lang="de-DE"/>
              <a:t>Papierprototypen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83EA3B8-C86C-15BB-7CC6-FA37014F4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5812" y="1503782"/>
            <a:ext cx="8080375" cy="4944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905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4772E2A-0D98-896C-CEA3-71A5BE650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392768"/>
            <a:ext cx="7645400" cy="607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4186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lowchart: Document 2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423A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CDE2322-8511-585B-4C5E-499E9C35E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66" y="171162"/>
            <a:ext cx="2887316" cy="9099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Komponentendiagramm</a:t>
            </a:r>
          </a:p>
        </p:txBody>
      </p:sp>
      <p:pic>
        <p:nvPicPr>
          <p:cNvPr id="5" name="Grafik 4" descr="Ein Bild, das Text, Diagramm, Plan, Screenshot enthält.&#10;&#10;Beschreibung automatisch generiert.">
            <a:extLst>
              <a:ext uri="{FF2B5EF4-FFF2-40B4-BE49-F238E27FC236}">
                <a16:creationId xmlns:a16="http://schemas.microsoft.com/office/drawing/2014/main" id="{37F12415-E3EB-E898-4112-D3F69A02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139" y="881262"/>
            <a:ext cx="10191289" cy="5903989"/>
          </a:xfrm>
          <a:prstGeom prst="rect">
            <a:avLst/>
          </a:prstGeom>
        </p:spPr>
      </p:pic>
      <p:pic>
        <p:nvPicPr>
          <p:cNvPr id="3" name="Inhaltsplatzhalter 2" descr="Ein Bild, das Text, Diagramm, Plan, Screenshot enthält.&#10;&#10;Beschreibung automatisch generiert.">
            <a:extLst>
              <a:ext uri="{FF2B5EF4-FFF2-40B4-BE49-F238E27FC236}">
                <a16:creationId xmlns:a16="http://schemas.microsoft.com/office/drawing/2014/main" id="{B7EA4D29-2D35-10A4-084D-3DD6592C5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5547" y="10040733"/>
            <a:ext cx="3004794" cy="1858916"/>
          </a:xfrm>
        </p:spPr>
      </p:pic>
    </p:spTree>
    <p:extLst>
      <p:ext uri="{BB962C8B-B14F-4D97-AF65-F5344CB8AC3E}">
        <p14:creationId xmlns:p14="http://schemas.microsoft.com/office/powerpoint/2010/main" val="1925954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1B47E-00D9-111D-81EA-7D266165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  </a:t>
            </a:r>
            <a:r>
              <a:rPr lang="de-DE">
                <a:latin typeface="Comic Sans MS"/>
              </a:rPr>
              <a:t>Klassendiagramm</a:t>
            </a:r>
          </a:p>
        </p:txBody>
      </p:sp>
      <p:pic>
        <p:nvPicPr>
          <p:cNvPr id="4" name="Grafik 3" descr="Ein Bild, das Text, Diagramm, Plan, technische Zeichnung enthält.&#10;&#10;Beschreibung automatisch generiert.">
            <a:extLst>
              <a:ext uri="{FF2B5EF4-FFF2-40B4-BE49-F238E27FC236}">
                <a16:creationId xmlns:a16="http://schemas.microsoft.com/office/drawing/2014/main" id="{44CE97F8-AA76-5E40-2DFF-74B822075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52" y="1322497"/>
            <a:ext cx="7465623" cy="552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4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nhaltsplatzhalter 3" descr="Ein Bild, das Text, Diagramm, Plan, Screenshot enthält.&#10;&#10;Beschreibung automatisch generiert.">
            <a:extLst>
              <a:ext uri="{FF2B5EF4-FFF2-40B4-BE49-F238E27FC236}">
                <a16:creationId xmlns:a16="http://schemas.microsoft.com/office/drawing/2014/main" id="{9D195FB5-CD30-7C17-ED4D-A34ADB5726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655" y="5388"/>
            <a:ext cx="7983856" cy="6839918"/>
          </a:xfrm>
        </p:spPr>
      </p:pic>
    </p:spTree>
    <p:extLst>
      <p:ext uri="{BB962C8B-B14F-4D97-AF65-F5344CB8AC3E}">
        <p14:creationId xmlns:p14="http://schemas.microsoft.com/office/powerpoint/2010/main" val="3455498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5049DD-430F-5835-D111-F64EB4FF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Kommunikationsdiagramm</a:t>
            </a:r>
          </a:p>
        </p:txBody>
      </p:sp>
      <p:pic>
        <p:nvPicPr>
          <p:cNvPr id="5" name="Inhaltsplatzhalter 4" descr="Ein Bild, das Text, Diagramm, parallel, Reihe enthält.&#10;&#10;Beschreibung automatisch generiert.">
            <a:extLst>
              <a:ext uri="{FF2B5EF4-FFF2-40B4-BE49-F238E27FC236}">
                <a16:creationId xmlns:a16="http://schemas.microsoft.com/office/drawing/2014/main" id="{A211F0E1-E064-7B31-AEAD-D137CD6316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7773" y="1593132"/>
            <a:ext cx="8181830" cy="5265982"/>
          </a:xfrm>
        </p:spPr>
      </p:pic>
    </p:spTree>
    <p:extLst>
      <p:ext uri="{BB962C8B-B14F-4D97-AF65-F5344CB8AC3E}">
        <p14:creationId xmlns:p14="http://schemas.microsoft.com/office/powerpoint/2010/main" val="33932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5049DD-430F-5835-D111-F64EB4FF1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Systemtests</a:t>
            </a:r>
          </a:p>
        </p:txBody>
      </p:sp>
      <p:pic>
        <p:nvPicPr>
          <p:cNvPr id="6" name="Inhaltsplatzhalter 5" descr="Ein Bild, das Text, Screenshot, Display, Zahl enthält.&#10;&#10;Beschreibung automatisch generiert.">
            <a:extLst>
              <a:ext uri="{FF2B5EF4-FFF2-40B4-BE49-F238E27FC236}">
                <a16:creationId xmlns:a16="http://schemas.microsoft.com/office/drawing/2014/main" id="{19D2A459-25C8-CCEF-4684-FEAA941394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119" y="1718163"/>
            <a:ext cx="7277375" cy="4927722"/>
          </a:xfrm>
        </p:spPr>
      </p:pic>
    </p:spTree>
    <p:extLst>
      <p:ext uri="{BB962C8B-B14F-4D97-AF65-F5344CB8AC3E}">
        <p14:creationId xmlns:p14="http://schemas.microsoft.com/office/powerpoint/2010/main" val="1437262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353766-EE36-FC7F-07A0-2E1F1DB2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Systemtests</a:t>
            </a:r>
          </a:p>
        </p:txBody>
      </p:sp>
      <p:pic>
        <p:nvPicPr>
          <p:cNvPr id="6" name="Inhaltsplatzhalter 5" descr="Ein Bild, das Text, Screenshot, Display, Zahl enthält.&#10;&#10;Beschreibung automatisch generiert.">
            <a:extLst>
              <a:ext uri="{FF2B5EF4-FFF2-40B4-BE49-F238E27FC236}">
                <a16:creationId xmlns:a16="http://schemas.microsoft.com/office/drawing/2014/main" id="{C7BD39BF-18D0-B8C6-1BB7-3580E22221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6933" y="1718163"/>
            <a:ext cx="7247903" cy="4830030"/>
          </a:xfrm>
        </p:spPr>
      </p:pic>
    </p:spTree>
    <p:extLst>
      <p:ext uri="{BB962C8B-B14F-4D97-AF65-F5344CB8AC3E}">
        <p14:creationId xmlns:p14="http://schemas.microsoft.com/office/powerpoint/2010/main" val="2050509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353766-EE36-FC7F-07A0-2E1F1DB2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2091" y="501651"/>
            <a:ext cx="4395340" cy="1716255"/>
          </a:xfrm>
        </p:spPr>
        <p:txBody>
          <a:bodyPr anchor="b">
            <a:normAutofit/>
          </a:bodyPr>
          <a:lstStyle/>
          <a:p>
            <a:r>
              <a:rPr lang="de-DE" sz="5600"/>
              <a:t>Modultest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nhaltsplatzhalter 2" descr="Ein Bild, das Text, Screenshot, Software, Display enthält.&#10;&#10;Beschreibung automatisch generiert.">
            <a:extLst>
              <a:ext uri="{FF2B5EF4-FFF2-40B4-BE49-F238E27FC236}">
                <a16:creationId xmlns:a16="http://schemas.microsoft.com/office/drawing/2014/main" id="{69D0283F-31C6-24AA-4B7B-60FD6E8F5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552" y="1049084"/>
            <a:ext cx="5009816" cy="5356422"/>
          </a:xfr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fik 4" descr="Ein Bild, das Text, Screenshot, Schrift enthält.&#10;&#10;Beschreibung automatisch generiert.">
            <a:extLst>
              <a:ext uri="{FF2B5EF4-FFF2-40B4-BE49-F238E27FC236}">
                <a16:creationId xmlns:a16="http://schemas.microsoft.com/office/drawing/2014/main" id="{01DF742C-8EDA-4563-1434-142E99F19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099" y="3913019"/>
            <a:ext cx="4719728" cy="222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79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5B20EAC414FD74CA87142FD7FABA6DF" ma:contentTypeVersion="5" ma:contentTypeDescription="Ein neues Dokument erstellen." ma:contentTypeScope="" ma:versionID="de9ecdf129d730a2e69dda4dc871c1dc">
  <xsd:schema xmlns:xsd="http://www.w3.org/2001/XMLSchema" xmlns:xs="http://www.w3.org/2001/XMLSchema" xmlns:p="http://schemas.microsoft.com/office/2006/metadata/properties" xmlns:ns3="b1b6f363-d433-4875-8440-ed74e9fdc4fd" targetNamespace="http://schemas.microsoft.com/office/2006/metadata/properties" ma:root="true" ma:fieldsID="c34ef71f55964af02c0edc22fb991614" ns3:_="">
    <xsd:import namespace="b1b6f363-d433-4875-8440-ed74e9fdc4f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6f363-d433-4875-8440-ed74e9fdc4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82D685-4F31-4DD3-A33E-016C2718EA33}">
  <ds:schemaRefs>
    <ds:schemaRef ds:uri="b1b6f363-d433-4875-8440-ed74e9fdc4f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6873F12-3037-41CD-ABB2-9C19123F70F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D217C6-AFA7-46E6-BE0E-76A4262474DF}">
  <ds:schemaRefs>
    <ds:schemaRef ds:uri="b1b6f363-d433-4875-8440-ed74e9fdc4f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Breitbild</PresentationFormat>
  <Slides>11</Slides>
  <Notes>0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2" baseType="lpstr">
      <vt:lpstr>Office</vt:lpstr>
      <vt:lpstr>SEP Gruppe P</vt:lpstr>
      <vt:lpstr>User Stories</vt:lpstr>
      <vt:lpstr>Papierprototypen</vt:lpstr>
      <vt:lpstr>PowerPoint-Präsentation</vt:lpstr>
      <vt:lpstr>Komponentendiagramm</vt:lpstr>
      <vt:lpstr>  Klassendiagramm</vt:lpstr>
      <vt:lpstr>PowerPoint-Präsentation</vt:lpstr>
      <vt:lpstr>Kommunikationsdiagramm</vt:lpstr>
      <vt:lpstr>Systemtests</vt:lpstr>
      <vt:lpstr>Systemtests</vt:lpstr>
      <vt:lpstr>Modultest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 Gruppe P</dc:title>
  <dc:creator>Saman Schero</dc:creator>
  <cp:revision>4</cp:revision>
  <dcterms:created xsi:type="dcterms:W3CDTF">2024-06-21T10:18:02Z</dcterms:created>
  <dcterms:modified xsi:type="dcterms:W3CDTF">2024-07-16T18:26:35Z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0x01010095B20EAC414FD74CA87142FD7FABA6DF</vt:lpwstr>
  </property>
</Properties>
</file>